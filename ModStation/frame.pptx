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14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1576C-BB48-433C-B18B-D967B98B77FE}" type="datetimeFigureOut">
              <a:rPr lang="zh-CN" altLang="en-US" smtClean="0"/>
              <a:t>2026-2-24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1FD6-8219-41FD-9346-8C126A02BA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1182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1576C-BB48-433C-B18B-D967B98B77FE}" type="datetimeFigureOut">
              <a:rPr lang="zh-CN" altLang="en-US" smtClean="0"/>
              <a:t>2026-2-24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1FD6-8219-41FD-9346-8C126A02BA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535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1576C-BB48-433C-B18B-D967B98B77FE}" type="datetimeFigureOut">
              <a:rPr lang="zh-CN" altLang="en-US" smtClean="0"/>
              <a:t>2026-2-24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1FD6-8219-41FD-9346-8C126A02BA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6337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1576C-BB48-433C-B18B-D967B98B77FE}" type="datetimeFigureOut">
              <a:rPr lang="zh-CN" altLang="en-US" smtClean="0"/>
              <a:t>2026-2-24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1FD6-8219-41FD-9346-8C126A02BA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0760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1576C-BB48-433C-B18B-D967B98B77FE}" type="datetimeFigureOut">
              <a:rPr lang="zh-CN" altLang="en-US" smtClean="0"/>
              <a:t>2026-2-24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1FD6-8219-41FD-9346-8C126A02BA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563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1576C-BB48-433C-B18B-D967B98B77FE}" type="datetimeFigureOut">
              <a:rPr lang="zh-CN" altLang="en-US" smtClean="0"/>
              <a:t>2026-2-24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1FD6-8219-41FD-9346-8C126A02BA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7423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1576C-BB48-433C-B18B-D967B98B77FE}" type="datetimeFigureOut">
              <a:rPr lang="zh-CN" altLang="en-US" smtClean="0"/>
              <a:t>2026-2-24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1FD6-8219-41FD-9346-8C126A02BA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3141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1576C-BB48-433C-B18B-D967B98B77FE}" type="datetimeFigureOut">
              <a:rPr lang="zh-CN" altLang="en-US" smtClean="0"/>
              <a:t>2026-2-24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1FD6-8219-41FD-9346-8C126A02BA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66023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1576C-BB48-433C-B18B-D967B98B77FE}" type="datetimeFigureOut">
              <a:rPr lang="zh-CN" altLang="en-US" smtClean="0"/>
              <a:t>2026-2-24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1FD6-8219-41FD-9346-8C126A02BA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7550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1576C-BB48-433C-B18B-D967B98B77FE}" type="datetimeFigureOut">
              <a:rPr lang="zh-CN" altLang="en-US" smtClean="0"/>
              <a:t>2026-2-24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1FD6-8219-41FD-9346-8C126A02BA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0167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1576C-BB48-433C-B18B-D967B98B77FE}" type="datetimeFigureOut">
              <a:rPr lang="zh-CN" altLang="en-US" smtClean="0"/>
              <a:t>2026-2-24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21FD6-8219-41FD-9346-8C126A02BA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6208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C1576C-BB48-433C-B18B-D967B98B77FE}" type="datetimeFigureOut">
              <a:rPr lang="zh-CN" altLang="en-US" smtClean="0"/>
              <a:t>2026-2-24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E21FD6-8219-41FD-9346-8C126A02BA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6874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圆角矩形 7"/>
          <p:cNvSpPr>
            <a:spLocks noChangeAspect="1"/>
          </p:cNvSpPr>
          <p:nvPr/>
        </p:nvSpPr>
        <p:spPr>
          <a:xfrm>
            <a:off x="3947360" y="2622885"/>
            <a:ext cx="2294021" cy="77804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Modbus-Station</a:t>
            </a:r>
            <a:endParaRPr lang="zh-CN" altLang="en-US" sz="1400" dirty="0">
              <a:solidFill>
                <a:schemeClr val="bg1"/>
              </a:solidFill>
              <a:effectLst>
                <a:reflection blurRad="6350" stA="55000" endA="300" endPos="45500" dir="5400000" sy="-100000" algn="bl" rotWithShape="0"/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>
            <a:spLocks noChangeAspect="1"/>
          </p:cNvSpPr>
          <p:nvPr/>
        </p:nvSpPr>
        <p:spPr>
          <a:xfrm>
            <a:off x="7139738" y="4796088"/>
            <a:ext cx="1363579" cy="501315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主站</a:t>
            </a:r>
            <a:r>
              <a:rPr lang="en-US" altLang="zh-CN" sz="1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</a:p>
        </p:txBody>
      </p:sp>
      <p:sp>
        <p:nvSpPr>
          <p:cNvPr id="10" name="圆角矩形 9"/>
          <p:cNvSpPr>
            <a:spLocks noChangeAspect="1"/>
          </p:cNvSpPr>
          <p:nvPr/>
        </p:nvSpPr>
        <p:spPr>
          <a:xfrm>
            <a:off x="1653339" y="4796089"/>
            <a:ext cx="1363579" cy="501315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主站</a:t>
            </a:r>
            <a:r>
              <a:rPr lang="en-US" altLang="zh-CN" sz="1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400" b="1" dirty="0">
              <a:ln w="10160">
                <a:solidFill>
                  <a:schemeClr val="accent5"/>
                </a:solidFill>
                <a:prstDash val="solid"/>
              </a:ln>
              <a:solidFill>
                <a:schemeClr val="bg1"/>
              </a:solidFill>
              <a:effectLst>
                <a:reflection blurRad="6350" stA="55000" endA="300" endPos="45500" dir="5400000" sy="-100000" algn="bl" rotWithShape="0"/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肘形连接符 11"/>
          <p:cNvCxnSpPr>
            <a:cxnSpLocks noChangeAspect="1"/>
            <a:stCxn id="10" idx="3"/>
            <a:endCxn id="8" idx="2"/>
          </p:cNvCxnSpPr>
          <p:nvPr/>
        </p:nvCxnSpPr>
        <p:spPr>
          <a:xfrm flipV="1">
            <a:off x="3016918" y="3400927"/>
            <a:ext cx="2077453" cy="1645820"/>
          </a:xfrm>
          <a:prstGeom prst="bentConnector2">
            <a:avLst/>
          </a:prstGeom>
          <a:ln>
            <a:tailEnd type="triangle"/>
          </a:ln>
          <a:effectLst>
            <a:reflection blurRad="6350" stA="52000" endA="300" endPos="350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肘形连接符 13"/>
          <p:cNvCxnSpPr>
            <a:cxnSpLocks noChangeAspect="1"/>
            <a:stCxn id="9" idx="1"/>
            <a:endCxn id="8" idx="2"/>
          </p:cNvCxnSpPr>
          <p:nvPr/>
        </p:nvCxnSpPr>
        <p:spPr>
          <a:xfrm rot="10800000">
            <a:off x="5094372" y="3400928"/>
            <a:ext cx="2045367" cy="1645819"/>
          </a:xfrm>
          <a:prstGeom prst="bentConnector2">
            <a:avLst/>
          </a:prstGeom>
          <a:ln>
            <a:tailEnd type="triangle"/>
          </a:ln>
          <a:effectLst>
            <a:reflection blurRad="6350" stA="52000" endA="300" endPos="350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圆角矩形 14"/>
          <p:cNvSpPr>
            <a:spLocks noChangeAspect="1"/>
          </p:cNvSpPr>
          <p:nvPr/>
        </p:nvSpPr>
        <p:spPr>
          <a:xfrm>
            <a:off x="2335128" y="1541545"/>
            <a:ext cx="1363579" cy="501315"/>
          </a:xfrm>
          <a:prstGeom prst="roundRect">
            <a:avLst/>
          </a:prstGeom>
          <a:effectLst>
            <a:reflection blurRad="6350" stA="52000" endA="300" endPos="35000" dir="5400000" sy="-100000" algn="bl" rotWithShape="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从站</a:t>
            </a:r>
            <a:r>
              <a:rPr lang="en-US" altLang="zh-CN" sz="1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(RTU)</a:t>
            </a:r>
            <a:endParaRPr lang="zh-CN" altLang="en-US" sz="1400" b="1" dirty="0">
              <a:ln w="10160">
                <a:solidFill>
                  <a:schemeClr val="accent5"/>
                </a:solidFill>
                <a:prstDash val="solid"/>
              </a:ln>
              <a:solidFill>
                <a:schemeClr val="bg1"/>
              </a:solidFill>
              <a:effectLst>
                <a:reflection blurRad="6350" stA="55000" endA="300" endPos="45500" dir="5400000" sy="-100000" algn="bl" rotWithShape="0"/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圆角矩形 15"/>
          <p:cNvSpPr>
            <a:spLocks noChangeAspect="1"/>
          </p:cNvSpPr>
          <p:nvPr/>
        </p:nvSpPr>
        <p:spPr>
          <a:xfrm>
            <a:off x="899359" y="1541546"/>
            <a:ext cx="1363579" cy="501315"/>
          </a:xfrm>
          <a:prstGeom prst="roundRect">
            <a:avLst/>
          </a:prstGeom>
          <a:effectLst>
            <a:reflection blurRad="6350" stA="52000" endA="300" endPos="35000" dir="5400000" sy="-100000" algn="bl" rotWithShape="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从站</a:t>
            </a:r>
            <a:r>
              <a:rPr lang="en-US" altLang="zh-CN" sz="1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(RTU)</a:t>
            </a:r>
            <a:endParaRPr lang="zh-CN" altLang="en-US" sz="1400" b="1" dirty="0">
              <a:ln w="10160">
                <a:solidFill>
                  <a:schemeClr val="accent5"/>
                </a:solidFill>
                <a:prstDash val="solid"/>
              </a:ln>
              <a:solidFill>
                <a:schemeClr val="bg1"/>
              </a:solidFill>
              <a:effectLst>
                <a:reflection blurRad="6350" stA="55000" endA="300" endPos="45500" dir="5400000" sy="-100000" algn="bl" rotWithShape="0"/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>
            <a:spLocks noChangeAspect="1"/>
          </p:cNvSpPr>
          <p:nvPr/>
        </p:nvSpPr>
        <p:spPr>
          <a:xfrm>
            <a:off x="1027696" y="2855496"/>
            <a:ext cx="2614864" cy="31282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485</a:t>
            </a:r>
            <a:r>
              <a:rPr lang="zh-CN" altLang="en-US" sz="1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总线</a:t>
            </a:r>
          </a:p>
        </p:txBody>
      </p:sp>
      <p:cxnSp>
        <p:nvCxnSpPr>
          <p:cNvPr id="19" name="直接箭头连接符 18"/>
          <p:cNvCxnSpPr>
            <a:cxnSpLocks noChangeAspect="1"/>
            <a:stCxn id="16" idx="2"/>
          </p:cNvCxnSpPr>
          <p:nvPr/>
        </p:nvCxnSpPr>
        <p:spPr>
          <a:xfrm>
            <a:off x="1581149" y="2042861"/>
            <a:ext cx="0" cy="812634"/>
          </a:xfrm>
          <a:prstGeom prst="straightConnector1">
            <a:avLst/>
          </a:prstGeom>
          <a:ln>
            <a:tailEnd type="triangle"/>
          </a:ln>
          <a:effectLst>
            <a:reflection blurRad="6350" stA="52000" endA="300" endPos="350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肘形连接符 20"/>
          <p:cNvCxnSpPr>
            <a:cxnSpLocks noChangeAspect="1"/>
            <a:stCxn id="15" idx="2"/>
          </p:cNvCxnSpPr>
          <p:nvPr/>
        </p:nvCxnSpPr>
        <p:spPr>
          <a:xfrm rot="16200000" flipH="1">
            <a:off x="2610600" y="2449177"/>
            <a:ext cx="812637" cy="1"/>
          </a:xfrm>
          <a:prstGeom prst="bentConnector3">
            <a:avLst/>
          </a:prstGeom>
          <a:ln>
            <a:tailEnd type="triangle"/>
          </a:ln>
          <a:effectLst>
            <a:reflection blurRad="6350" stA="52000" endA="300" endPos="350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cxnSpLocks noChangeAspect="1"/>
            <a:stCxn id="17" idx="3"/>
            <a:endCxn id="8" idx="1"/>
          </p:cNvCxnSpPr>
          <p:nvPr/>
        </p:nvCxnSpPr>
        <p:spPr>
          <a:xfrm flipV="1">
            <a:off x="3642560" y="3011906"/>
            <a:ext cx="304800" cy="1"/>
          </a:xfrm>
          <a:prstGeom prst="straightConnector1">
            <a:avLst/>
          </a:prstGeom>
          <a:ln>
            <a:tailEnd type="triangle"/>
          </a:ln>
          <a:effectLst>
            <a:reflection blurRad="6350" stA="52000" endA="300" endPos="350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圆角矩形 26"/>
          <p:cNvSpPr>
            <a:spLocks noChangeAspect="1"/>
          </p:cNvSpPr>
          <p:nvPr/>
        </p:nvSpPr>
        <p:spPr>
          <a:xfrm>
            <a:off x="4412580" y="1541545"/>
            <a:ext cx="1363579" cy="501315"/>
          </a:xfrm>
          <a:prstGeom prst="roundRect">
            <a:avLst/>
          </a:prstGeom>
          <a:effectLst>
            <a:reflection blurRad="6350" stA="52000" endA="300" endPos="35000" dir="5400000" sy="-100000" algn="bl" rotWithShape="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共享从站</a:t>
            </a:r>
            <a:r>
              <a:rPr lang="en-US" altLang="zh-CN" sz="1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(mem)</a:t>
            </a:r>
            <a:endParaRPr lang="zh-CN" altLang="en-US" sz="1400" b="1" dirty="0">
              <a:ln w="10160">
                <a:solidFill>
                  <a:schemeClr val="accent5"/>
                </a:solidFill>
                <a:prstDash val="solid"/>
              </a:ln>
              <a:solidFill>
                <a:schemeClr val="bg1"/>
              </a:solidFill>
              <a:effectLst>
                <a:reflection blurRad="6350" stA="55000" endA="300" endPos="45500" dir="5400000" sy="-100000" algn="bl" rotWithShape="0"/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9" name="直接箭头连接符 28"/>
          <p:cNvCxnSpPr>
            <a:cxnSpLocks noChangeAspect="1"/>
            <a:stCxn id="27" idx="2"/>
            <a:endCxn id="8" idx="0"/>
          </p:cNvCxnSpPr>
          <p:nvPr/>
        </p:nvCxnSpPr>
        <p:spPr>
          <a:xfrm>
            <a:off x="5094370" y="2042860"/>
            <a:ext cx="1" cy="580025"/>
          </a:xfrm>
          <a:prstGeom prst="straightConnector1">
            <a:avLst/>
          </a:prstGeom>
          <a:ln>
            <a:tailEnd type="triangle"/>
          </a:ln>
          <a:effectLst>
            <a:reflection blurRad="6350" stA="52000" endA="300" endPos="350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>
            <a:spLocks noChangeAspect="1"/>
          </p:cNvSpPr>
          <p:nvPr/>
        </p:nvSpPr>
        <p:spPr>
          <a:xfrm>
            <a:off x="6514095" y="2855495"/>
            <a:ext cx="2614864" cy="312821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网络</a:t>
            </a:r>
          </a:p>
        </p:txBody>
      </p:sp>
      <p:cxnSp>
        <p:nvCxnSpPr>
          <p:cNvPr id="32" name="直接箭头连接符 31"/>
          <p:cNvCxnSpPr>
            <a:cxnSpLocks noChangeAspect="1"/>
            <a:stCxn id="30" idx="1"/>
            <a:endCxn id="8" idx="3"/>
          </p:cNvCxnSpPr>
          <p:nvPr/>
        </p:nvCxnSpPr>
        <p:spPr>
          <a:xfrm flipH="1">
            <a:off x="6241381" y="3011906"/>
            <a:ext cx="272714" cy="0"/>
          </a:xfrm>
          <a:prstGeom prst="straightConnector1">
            <a:avLst/>
          </a:prstGeom>
          <a:ln>
            <a:tailEnd type="triangle"/>
          </a:ln>
          <a:effectLst>
            <a:reflection blurRad="6350" stA="52000" endA="300" endPos="350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圆角矩形 33"/>
          <p:cNvSpPr>
            <a:spLocks noChangeAspect="1"/>
          </p:cNvSpPr>
          <p:nvPr/>
        </p:nvSpPr>
        <p:spPr>
          <a:xfrm>
            <a:off x="7853610" y="1541545"/>
            <a:ext cx="1363579" cy="501315"/>
          </a:xfrm>
          <a:prstGeom prst="roundRect">
            <a:avLst/>
          </a:prstGeom>
          <a:effectLst>
            <a:reflection blurRad="6350" stA="52000" endA="300" endPos="35000" dir="5400000" sy="-100000" algn="bl" rotWithShape="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从站</a:t>
            </a:r>
            <a:r>
              <a:rPr lang="en-US" altLang="zh-CN" sz="1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(UDP)</a:t>
            </a:r>
            <a:endParaRPr lang="zh-CN" altLang="en-US" sz="1400" b="1" dirty="0">
              <a:ln w="10160">
                <a:solidFill>
                  <a:schemeClr val="accent5"/>
                </a:solidFill>
                <a:prstDash val="solid"/>
              </a:ln>
              <a:solidFill>
                <a:schemeClr val="bg1"/>
              </a:solidFill>
              <a:effectLst>
                <a:reflection blurRad="6350" stA="55000" endA="300" endPos="45500" dir="5400000" sy="-100000" algn="bl" rotWithShape="0"/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圆角矩形 34"/>
          <p:cNvSpPr>
            <a:spLocks noChangeAspect="1"/>
          </p:cNvSpPr>
          <p:nvPr/>
        </p:nvSpPr>
        <p:spPr>
          <a:xfrm>
            <a:off x="6433883" y="1541546"/>
            <a:ext cx="1363579" cy="501315"/>
          </a:xfrm>
          <a:prstGeom prst="roundRect">
            <a:avLst/>
          </a:prstGeom>
          <a:effectLst>
            <a:reflection blurRad="6350" stA="52000" endA="300" endPos="35000" dir="5400000" sy="-100000" algn="bl" rotWithShape="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从站</a:t>
            </a:r>
            <a:r>
              <a:rPr lang="en-US" altLang="zh-CN" sz="1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(TCP/TLS)</a:t>
            </a:r>
            <a:endParaRPr lang="zh-CN" altLang="en-US" sz="1400" b="1" dirty="0">
              <a:ln w="10160">
                <a:solidFill>
                  <a:schemeClr val="accent5"/>
                </a:solidFill>
                <a:prstDash val="solid"/>
              </a:ln>
              <a:solidFill>
                <a:schemeClr val="bg1"/>
              </a:solidFill>
              <a:effectLst>
                <a:reflection blurRad="6350" stA="55000" endA="300" endPos="45500" dir="5400000" sy="-100000" algn="bl" rotWithShape="0"/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3" name="肘形连接符 42"/>
          <p:cNvCxnSpPr>
            <a:cxnSpLocks noChangeAspect="1"/>
            <a:stCxn id="35" idx="2"/>
            <a:endCxn id="30" idx="0"/>
          </p:cNvCxnSpPr>
          <p:nvPr/>
        </p:nvCxnSpPr>
        <p:spPr>
          <a:xfrm rot="16200000" flipH="1">
            <a:off x="7062283" y="2096251"/>
            <a:ext cx="812634" cy="705854"/>
          </a:xfrm>
          <a:prstGeom prst="bentConnector3">
            <a:avLst/>
          </a:prstGeom>
          <a:ln>
            <a:tailEnd type="triangle"/>
          </a:ln>
          <a:effectLst>
            <a:reflection blurRad="6350" stA="52000" endA="300" endPos="350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肘形连接符 44"/>
          <p:cNvCxnSpPr>
            <a:cxnSpLocks noChangeAspect="1"/>
            <a:stCxn id="34" idx="2"/>
            <a:endCxn id="30" idx="0"/>
          </p:cNvCxnSpPr>
          <p:nvPr/>
        </p:nvCxnSpPr>
        <p:spPr>
          <a:xfrm rot="5400000">
            <a:off x="7772147" y="2092241"/>
            <a:ext cx="812635" cy="713873"/>
          </a:xfrm>
          <a:prstGeom prst="bentConnector3">
            <a:avLst/>
          </a:prstGeom>
          <a:ln>
            <a:tailEnd type="triangle"/>
          </a:ln>
          <a:effectLst>
            <a:reflection blurRad="6350" stA="52000" endA="300" endPos="350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圆角矩形 51"/>
          <p:cNvSpPr>
            <a:spLocks noChangeAspect="1"/>
          </p:cNvSpPr>
          <p:nvPr/>
        </p:nvSpPr>
        <p:spPr>
          <a:xfrm>
            <a:off x="7853610" y="3749340"/>
            <a:ext cx="1363579" cy="501315"/>
          </a:xfrm>
          <a:prstGeom prst="roundRect">
            <a:avLst/>
          </a:prstGeom>
          <a:effectLst>
            <a:reflection blurRad="6350" stA="52000" endA="300" endPos="35000" dir="5400000" sy="-100000" algn="bl" rotWithShape="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从站</a:t>
            </a:r>
            <a:r>
              <a:rPr lang="en-US" altLang="zh-CN" sz="1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(RTU/UDP)</a:t>
            </a:r>
            <a:endParaRPr lang="zh-CN" altLang="en-US" sz="1400" b="1" dirty="0">
              <a:ln w="10160">
                <a:solidFill>
                  <a:schemeClr val="accent5"/>
                </a:solidFill>
                <a:prstDash val="solid"/>
              </a:ln>
              <a:solidFill>
                <a:schemeClr val="bg1"/>
              </a:solidFill>
              <a:effectLst>
                <a:reflection blurRad="6350" stA="55000" endA="300" endPos="45500" dir="5400000" sy="-100000" algn="bl" rotWithShape="0"/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圆角矩形 52"/>
          <p:cNvSpPr>
            <a:spLocks noChangeAspect="1"/>
          </p:cNvSpPr>
          <p:nvPr/>
        </p:nvSpPr>
        <p:spPr>
          <a:xfrm>
            <a:off x="6433883" y="3749341"/>
            <a:ext cx="1363579" cy="501315"/>
          </a:xfrm>
          <a:prstGeom prst="roundRect">
            <a:avLst/>
          </a:prstGeom>
          <a:effectLst>
            <a:reflection blurRad="6350" stA="52000" endA="300" endPos="35000" dir="5400000" sy="-100000" algn="bl" rotWithShape="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从站</a:t>
            </a:r>
            <a:r>
              <a:rPr lang="en-US" altLang="zh-CN" sz="1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(RTU/TCP)</a:t>
            </a:r>
            <a:endParaRPr lang="zh-CN" altLang="en-US" sz="1400" b="1" dirty="0">
              <a:ln w="10160">
                <a:solidFill>
                  <a:schemeClr val="accent5"/>
                </a:solidFill>
                <a:prstDash val="solid"/>
              </a:ln>
              <a:solidFill>
                <a:schemeClr val="bg1"/>
              </a:solidFill>
              <a:effectLst>
                <a:reflection blurRad="6350" stA="55000" endA="300" endPos="45500" dir="5400000" sy="-100000" algn="bl" rotWithShape="0"/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0" name="肘形连接符 59"/>
          <p:cNvCxnSpPr>
            <a:stCxn id="53" idx="0"/>
            <a:endCxn id="30" idx="2"/>
          </p:cNvCxnSpPr>
          <p:nvPr/>
        </p:nvCxnSpPr>
        <p:spPr>
          <a:xfrm rot="5400000" flipH="1" flipV="1">
            <a:off x="7178088" y="3105902"/>
            <a:ext cx="581025" cy="705854"/>
          </a:xfrm>
          <a:prstGeom prst="bentConnector3">
            <a:avLst/>
          </a:prstGeom>
          <a:ln>
            <a:tailEnd type="triangle"/>
          </a:ln>
          <a:effectLst>
            <a:reflection blurRad="6350" stA="52000" endA="300" endPos="350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肘形连接符 61"/>
          <p:cNvCxnSpPr>
            <a:stCxn id="52" idx="0"/>
            <a:endCxn id="30" idx="2"/>
          </p:cNvCxnSpPr>
          <p:nvPr/>
        </p:nvCxnSpPr>
        <p:spPr>
          <a:xfrm rot="16200000" flipV="1">
            <a:off x="7887952" y="3101891"/>
            <a:ext cx="581024" cy="713873"/>
          </a:xfrm>
          <a:prstGeom prst="bentConnector3">
            <a:avLst/>
          </a:prstGeom>
          <a:ln>
            <a:tailEnd type="triangle"/>
          </a:ln>
          <a:effectLst>
            <a:reflection blurRad="6350" stA="52000" endA="300" endPos="350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圆角矩形 64"/>
          <p:cNvSpPr>
            <a:spLocks noChangeAspect="1"/>
          </p:cNvSpPr>
          <p:nvPr/>
        </p:nvSpPr>
        <p:spPr>
          <a:xfrm>
            <a:off x="9730537" y="2761247"/>
            <a:ext cx="1363579" cy="501315"/>
          </a:xfrm>
          <a:prstGeom prst="roundRect">
            <a:avLst/>
          </a:prstGeom>
          <a:effectLst>
            <a:reflection blurRad="6350" stA="52000" endA="300" endPos="35000" dir="5400000" sy="-100000" algn="bl" rotWithShape="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从站</a:t>
            </a:r>
            <a:r>
              <a:rPr lang="en-US" altLang="zh-CN" sz="1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(http/https)</a:t>
            </a:r>
            <a:endParaRPr lang="zh-CN" altLang="en-US" sz="1400" b="1" dirty="0">
              <a:ln w="10160">
                <a:solidFill>
                  <a:schemeClr val="accent5"/>
                </a:solidFill>
                <a:prstDash val="solid"/>
              </a:ln>
              <a:solidFill>
                <a:schemeClr val="bg1"/>
              </a:solidFill>
              <a:effectLst>
                <a:reflection blurRad="6350" stA="55000" endA="300" endPos="45500" dir="5400000" sy="-100000" algn="bl" rotWithShape="0"/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7" name="肘形连接符 66"/>
          <p:cNvCxnSpPr>
            <a:stCxn id="65" idx="1"/>
            <a:endCxn id="30" idx="3"/>
          </p:cNvCxnSpPr>
          <p:nvPr/>
        </p:nvCxnSpPr>
        <p:spPr>
          <a:xfrm rot="10800000" flipV="1">
            <a:off x="9128959" y="3011904"/>
            <a:ext cx="601578" cy="1"/>
          </a:xfrm>
          <a:prstGeom prst="bentConnector3">
            <a:avLst/>
          </a:prstGeom>
          <a:ln>
            <a:tailEnd type="triangle"/>
          </a:ln>
          <a:effectLst>
            <a:reflection blurRad="6350" stA="52000" endA="300" endPos="350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圆角矩形 68"/>
          <p:cNvSpPr>
            <a:spLocks noChangeAspect="1"/>
          </p:cNvSpPr>
          <p:nvPr/>
        </p:nvSpPr>
        <p:spPr>
          <a:xfrm>
            <a:off x="9730537" y="1541545"/>
            <a:ext cx="1363579" cy="50131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非标设备</a:t>
            </a:r>
            <a:r>
              <a:rPr lang="en-US" altLang="zh-CN" sz="1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400" b="1" dirty="0">
              <a:ln w="10160">
                <a:solidFill>
                  <a:schemeClr val="accent5"/>
                </a:solidFill>
                <a:prstDash val="solid"/>
              </a:ln>
              <a:solidFill>
                <a:schemeClr val="bg1"/>
              </a:solidFill>
              <a:effectLst>
                <a:reflection blurRad="6350" stA="55000" endA="300" endPos="45500" dir="5400000" sy="-100000" algn="bl" rotWithShape="0"/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圆角矩形 69"/>
          <p:cNvSpPr>
            <a:spLocks noChangeAspect="1"/>
          </p:cNvSpPr>
          <p:nvPr/>
        </p:nvSpPr>
        <p:spPr>
          <a:xfrm>
            <a:off x="9730535" y="3749340"/>
            <a:ext cx="1363579" cy="501315"/>
          </a:xfrm>
          <a:prstGeom prst="roundRect">
            <a:avLst/>
          </a:prstGeom>
          <a:solidFill>
            <a:schemeClr val="accent4"/>
          </a:solidFill>
          <a:ln>
            <a:noFill/>
          </a:ln>
          <a:effectLst>
            <a:reflection blurRad="6350" stA="52000" endA="300" endPos="35000" dir="5400000" sy="-100000" algn="bl" rotWithShape="0"/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非</a:t>
            </a:r>
            <a:r>
              <a:rPr lang="zh-CN" altLang="en-US" sz="1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标设备</a:t>
            </a:r>
            <a:r>
              <a:rPr lang="en-US" altLang="zh-CN" sz="1400" b="1" dirty="0" smtClean="0">
                <a:ln w="1016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effectLst>
                  <a:reflection blurRad="6350" stA="55000" endA="300" endPos="45500" dir="5400000" sy="-100000" algn="bl" rotWithShape="0"/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lang="zh-CN" altLang="en-US" sz="1400" b="1" dirty="0">
              <a:ln w="10160">
                <a:solidFill>
                  <a:schemeClr val="accent5"/>
                </a:solidFill>
                <a:prstDash val="solid"/>
              </a:ln>
              <a:solidFill>
                <a:schemeClr val="bg1"/>
              </a:solidFill>
              <a:effectLst>
                <a:reflection blurRad="6350" stA="55000" endA="300" endPos="45500" dir="5400000" sy="-100000" algn="bl" rotWithShape="0"/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2" name="肘形连接符 71"/>
          <p:cNvCxnSpPr>
            <a:stCxn id="70" idx="0"/>
            <a:endCxn id="65" idx="2"/>
          </p:cNvCxnSpPr>
          <p:nvPr/>
        </p:nvCxnSpPr>
        <p:spPr>
          <a:xfrm rot="5400000" flipH="1" flipV="1">
            <a:off x="10168937" y="3505950"/>
            <a:ext cx="486778" cy="2"/>
          </a:xfrm>
          <a:prstGeom prst="bentConnector3">
            <a:avLst/>
          </a:prstGeom>
          <a:ln>
            <a:tailEnd type="triangle"/>
          </a:ln>
          <a:effectLst>
            <a:reflection blurRad="6350" stA="52000" endA="300" endPos="350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肘形连接符 73"/>
          <p:cNvCxnSpPr>
            <a:stCxn id="69" idx="2"/>
          </p:cNvCxnSpPr>
          <p:nvPr/>
        </p:nvCxnSpPr>
        <p:spPr>
          <a:xfrm rot="5400000">
            <a:off x="10053133" y="2402052"/>
            <a:ext cx="718387" cy="2"/>
          </a:xfrm>
          <a:prstGeom prst="bentConnector3">
            <a:avLst/>
          </a:prstGeom>
          <a:ln>
            <a:tailEnd type="triangle"/>
          </a:ln>
          <a:effectLst>
            <a:reflection blurRad="6350" stA="52000" endA="300" endPos="35000" dir="5400000" sy="-100000" algn="bl" rotWithShape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0137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49</Words>
  <Application>Microsoft Office PowerPoint</Application>
  <PresentationFormat>宽屏</PresentationFormat>
  <Paragraphs>15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微软雅黑</vt:lpstr>
      <vt:lpstr>Arial</vt:lpstr>
      <vt:lpstr>Office 主题​​</vt:lpstr>
      <vt:lpstr>PowerPoint 演示文稿</vt:lpstr>
    </vt:vector>
  </TitlesOfParts>
  <Company>DoubleOX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6</cp:revision>
  <dcterms:created xsi:type="dcterms:W3CDTF">2026-02-24T03:48:30Z</dcterms:created>
  <dcterms:modified xsi:type="dcterms:W3CDTF">2026-02-24T04:33:41Z</dcterms:modified>
</cp:coreProperties>
</file>